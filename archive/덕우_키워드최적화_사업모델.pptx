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800" b="0" i="0" u="none" strike="noStrike">
                <a:solidFill>
                  <a:srgbClr val="1E293B"/>
                </a:solidFill>
                <a:latin typeface="Arial"/>
              </a:rPr>
              <a:t>월 매출 (백만원)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1년차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Lite</c:v>
                  </c:pt>
                  <c:pt idx="1">
                    <c:v>Starter</c:v>
                  </c:pt>
                  <c:pt idx="2">
                    <c:v>Growth</c:v>
                  </c:pt>
                  <c:pt idx="3">
                    <c:v>Pro</c:v>
                  </c:pt>
                  <c:pt idx="4">
                    <c:v>Enterprise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3.48</c:v>
                </c:pt>
                <c:pt idx="1">
                  <c:v>6.21</c:v>
                </c:pt>
                <c:pt idx="2">
                  <c:v>11.4</c:v>
                </c:pt>
                <c:pt idx="3">
                  <c:v>11.76</c:v>
                </c:pt>
                <c:pt idx="4">
                  <c:v>5.94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2년차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Lite</c:v>
                  </c:pt>
                  <c:pt idx="1">
                    <c:v>Starter</c:v>
                  </c:pt>
                  <c:pt idx="2">
                    <c:v>Growth</c:v>
                  </c:pt>
                  <c:pt idx="3">
                    <c:v>Pro</c:v>
                  </c:pt>
                  <c:pt idx="4">
                    <c:v>Enterprise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10.88</c:v>
                </c:pt>
                <c:pt idx="1">
                  <c:v>25.88</c:v>
                </c:pt>
                <c:pt idx="2">
                  <c:v>71.25</c:v>
                </c:pt>
                <c:pt idx="3">
                  <c:v>110.25</c:v>
                </c:pt>
                <c:pt idx="4">
                  <c:v>148.5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3년차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Lite</c:v>
                  </c:pt>
                  <c:pt idx="1">
                    <c:v>Starter</c:v>
                  </c:pt>
                  <c:pt idx="2">
                    <c:v>Growth</c:v>
                  </c:pt>
                  <c:pt idx="3">
                    <c:v>Pro</c:v>
                  </c:pt>
                  <c:pt idx="4">
                    <c:v>Enterprise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29</c:v>
                </c:pt>
                <c:pt idx="1">
                  <c:v>69</c:v>
                </c:pt>
                <c:pt idx="2">
                  <c:v>237.5</c:v>
                </c:pt>
                <c:pt idx="3">
                  <c:v>490</c:v>
                </c:pt>
                <c:pt idx="4">
                  <c:v>742.5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덕우 AI 키워드 최적화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사업계획서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BRIGHTEN PTE. LTD.  |  2026.04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097280"/>
            <a:ext cx="182880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0" y="1371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AI 키워드 창작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+ 이미지 검증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+ 검색량 필터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3017520"/>
            <a:ext cx="182880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일괄 처리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덕우 AI 키워드 최적화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78308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7830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키워드 창작 + 이미지 검증 + 검색량 필터 → 엑셀 일괄 처리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774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3774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스마트스토어 셀러 / 유통사 / 대행사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71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971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도구는 '조회'만. 우리는 '창작+최적화'까지 자동화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56616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566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566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+ 네이버 검색광고 API + Supabase Edge Function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6052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1605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~7원 (Gemini Flash) → Gemma 전환 시 ~3원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3-Step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키워드 창작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09728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Flash가 상품명+이미지 기반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카테고리 키워드 50개 자동 생성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금지어 코드 레벨 필터링 (80+항목)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32004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검증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0440" y="2560320"/>
            <a:ext cx="1097280" cy="27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AI로 상품 이미지와 키워드 매칭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없는 키워드 자동 제거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오탐률 최소화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1A2E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검색량 확인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560320"/>
            <a:ext cx="109728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검색광고 API 연동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검색량 0인 키워드 제거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고검색↔저검색 스마트 배분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521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경쟁사 가격 비교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828800"/>
                <a:gridCol w="16459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가격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환산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 범위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아이템스카우트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 조회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9,900~29,700원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검색량 조회, 랭킹 추적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판다랭크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키워드+소싱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 분석, 경쟁률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셀록홈즈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키워드+소싱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~19,800원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키워드, 1688 검색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크몽 대행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수작업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과금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5,000~30,000원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 수작업 최적화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대행사 (대량)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수작업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건당 과금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500~2,000원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상품명+키워드 최적화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우리 서비스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자동화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29,000~990,000원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30~58원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창작+이미지검증+검색량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도구는 '검색량 조회'만 제공. 우리는 AI가 키워드를 '창작'하고 이미지로 '검증'까지 자동화.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요금제 설계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554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500건 포함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58원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 셀러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051560"/>
            <a:ext cx="15544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5740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69,000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2,000건 포함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34.5원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23" name="Text 21"/>
          <p:cNvSpPr/>
          <p:nvPr/>
        </p:nvSpPr>
        <p:spPr>
          <a:xfrm>
            <a:off x="20574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중형 셀러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960120"/>
            <a:ext cx="1554480" cy="34747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94760" y="96012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9476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224028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30" name="Text 28"/>
          <p:cNvSpPr/>
          <p:nvPr/>
        </p:nvSpPr>
        <p:spPr>
          <a:xfrm>
            <a:off x="37947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6,000건 포함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9476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31.7원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3360" y="310896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셀러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023360" y="3703320"/>
            <a:ext cx="10972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32120" y="1051560"/>
            <a:ext cx="1554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53212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490,000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3212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42" name="Text 40"/>
          <p:cNvSpPr/>
          <p:nvPr/>
        </p:nvSpPr>
        <p:spPr>
          <a:xfrm>
            <a:off x="553212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16,000건 포함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30.6원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6072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45" name="Text 43"/>
          <p:cNvSpPr/>
          <p:nvPr/>
        </p:nvSpPr>
        <p:spPr>
          <a:xfrm>
            <a:off x="553212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유통사급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69480" y="1051560"/>
            <a:ext cx="1554480" cy="329184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69480" y="1051560"/>
            <a:ext cx="1554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726948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269480" y="1600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990,000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6948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98080" y="233172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52" name="Text 50"/>
          <p:cNvSpPr/>
          <p:nvPr/>
        </p:nvSpPr>
        <p:spPr>
          <a:xfrm>
            <a:off x="726948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33,000건 포함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6948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30원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0" y="3200400"/>
            <a:ext cx="1097280" cy="18288"/>
          </a:xfrm>
          <a:prstGeom prst="rect">
            <a:avLst/>
          </a:prstGeom>
          <a:solidFill>
            <a:srgbClr val="2A3F5F"/>
          </a:solidFill>
          <a:ln/>
        </p:spPr>
      </p:sp>
      <p:sp>
        <p:nvSpPr>
          <p:cNvPr id="55" name="Text 53"/>
          <p:cNvSpPr/>
          <p:nvPr/>
        </p:nvSpPr>
        <p:spPr>
          <a:xfrm>
            <a:off x="726948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대행사/대량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원가 구조 &amp; 마진율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(Gemini)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전환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처리 (건당)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네이버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인프라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합계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11887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512064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마진율 (건당 30원 기준)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77.3%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전환 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90.0%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474720"/>
            <a:ext cx="8229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1/100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대행사 대비 단가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6576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자동화율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008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마진율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매출 추정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560320" cy="36576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1년차 (보수적)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고객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MRR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₩44.6M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ARR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₩535M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74.6%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560320" cy="36576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91440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2년차 (중립)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고객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66160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MRR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₩421.8M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ARR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₩50.6억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66160" y="3703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81.6%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560320" cy="365760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144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3년차 (낙관)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1645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고객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MRR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₩1,803M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ARR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₩216.4억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00800" y="3703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904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79.9%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플랜별 고객 구성 (3년차)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0175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9728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350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Pro·Enterprise가 전체 매출의 78% 차지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수는 Lite가 많지만 매출 기여도는 낮음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대행사·유통사 확보가 수익성의 핵심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초과분 매출 +15%로 안정적 상향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로드맵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46888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3317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34640"/>
            <a:ext cx="17373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검증 완료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덕우무역 실적용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수집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9748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2834640"/>
            <a:ext cx="17373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10사 클로즈드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시스템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전환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3317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34640"/>
            <a:ext cx="17373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퍼블릭 런칭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본격화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고객 확보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233172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95160" y="2834640"/>
            <a:ext cx="1737360" cy="16459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2834640"/>
            <a:ext cx="17373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0175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API 제공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글로벌(쿠팡) 확장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고객 목표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스마트스토어 셀러 50만+ (키워드 도구 시장 $50B+)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0312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031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해자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키워드 '창작' + Vision 검증 → 경쟁사 미보유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4320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 우위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27432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3~7원 vs 대행사 500~30,000원 (100배+ 차이)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8328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832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33832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1년차 ARR 5.35억, 영업이익률 74.6%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530352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23360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233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경로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40233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전환 → B2B API → 글로벌 (쿠팡/아마존)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BRIGHTEN PTE. LTD.  |  LEE HANSANG  |  lhs@brightenllc.com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덕우 AI 키워드 최적화 SaaS 사업계획서</dc:title>
  <dc:subject>PptxGenJS Presentation</dc:subject>
  <dc:creator>BRIGHTEN PTE. LTD.</dc:creator>
  <cp:lastModifiedBy>BRIGHTEN PTE. LTD.</cp:lastModifiedBy>
  <cp:revision>1</cp:revision>
  <dcterms:created xsi:type="dcterms:W3CDTF">2026-04-18T09:17:06Z</dcterms:created>
  <dcterms:modified xsi:type="dcterms:W3CDTF">2026-04-18T09:17:06Z</dcterms:modified>
</cp:coreProperties>
</file>