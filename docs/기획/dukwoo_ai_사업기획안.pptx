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사방넷 점유율 80%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사방넷</c:v>
                </c:pt>
                <c:pt idx="1">
                  <c:v>샵링커·기타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침투율 × 시나리오 연 매출 (₩억)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보수적 ARPU 24.7만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0.5%</c:v>
                  </c:pt>
                  <c:pt idx="1">
                    <c:v>1%</c:v>
                  </c:pt>
                  <c:pt idx="2">
                    <c:v>2%</c:v>
                  </c:pt>
                  <c:pt idx="3">
                    <c:v>5%</c:v>
                  </c:pt>
                  <c:pt idx="4">
                    <c:v>10%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27</c:v>
                </c:pt>
                <c:pt idx="2">
                  <c:v>54</c:v>
                </c:pt>
                <c:pt idx="3">
                  <c:v>135</c:v>
                </c:pt>
                <c:pt idx="4">
                  <c:v>270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중간 ARPU 70만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0.5%</c:v>
                  </c:pt>
                  <c:pt idx="1">
                    <c:v>1%</c:v>
                  </c:pt>
                  <c:pt idx="2">
                    <c:v>2%</c:v>
                  </c:pt>
                  <c:pt idx="3">
                    <c:v>5%</c:v>
                  </c:pt>
                  <c:pt idx="4">
                    <c:v>10%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</c:v>
                </c:pt>
                <c:pt idx="1">
                  <c:v>77</c:v>
                </c:pt>
                <c:pt idx="2">
                  <c:v>153</c:v>
                </c:pt>
                <c:pt idx="3">
                  <c:v>383</c:v>
                </c:pt>
                <c:pt idx="4">
                  <c:v>765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BRIGHTEN GROUP · 사업 기획안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in, 엑셀 out — 1만 개 상품 5분에 끝낸다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위탁대행사·도매상·무역회사·중대형 셀러 전용 벌크 키워드 SaaS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덕우무역 임원회의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2026-05-18 · 작성: 엠버 / 검토: 회장님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안에 들어야 할 모든 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5087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벌크 키워드 SaaS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1만 개 상품 5분 자동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위탁대행사·도매상 전용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3931920" cy="15087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우리만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빈 영역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경쟁사는 1개씩 처리 (1인 셀러용)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일괄 처리는 우리만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31920" cy="15087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시장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91,000명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사방넷 80% 점유 + 샵링커 + 이지어드민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통합관리 솔루션 사용자 전체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3931920" cy="15087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88036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시뮬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27~153억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침투율 1~2% + 마진 99%+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사실상 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이미 가진 것 (자산 검증 완료)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개발에 필요한 70%는 이미 작동 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129,803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검색량·KQS 점수·카테고리 매핑까지 검증 완료. 25일 만에 +94,915 자체 시드 확장.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v54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키워드 생성·상품명 자동·이미지/카테고리 필터. Supabase Deno 라이브 운영.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10,743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매핑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JJ2 마이카테코드 → 네이버 카테고리 한글명. 전체 한국 쇼핑몰 호환.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이사 내부 도구로 시작 → 그룹 자산화 →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외부 SaaS로 매출화할 단계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진단: 한국 통합관리 솔루션 시장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사람들이 우리 진짜 고객 — 키워드 기능은 비어있음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점유/사용자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사방넷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80% (4~8만명)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샵링커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중대형 5천~1.5만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 월 100건 제한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이지어드민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ERP 3~8천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플레이오토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3~8천명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UFlat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위탁 5천~1.5만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023360" y="4023360"/>
            <a:ext cx="475488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3"/>
          <p:cNvSpPr/>
          <p:nvPr/>
        </p:nvSpPr>
        <p:spPr>
          <a:xfrm>
            <a:off x="4114800" y="4041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합계 약 91,000명 잠재 고객. 키워드 SaaS 빈 영역.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차별: 1만 상품 처리 시간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일을 누가 얼마 만에 끝내는가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셀러레이더 (1개씩)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444752"/>
            <a:ext cx="4544786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7379426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167시간 + 인건비 ₩167만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아이템스카우트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130552"/>
            <a:ext cx="4544786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7379426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167시간 + ₩167만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 수작업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816352"/>
            <a:ext cx="3265714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100354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5~7일 + ₩80만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(자동)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502152"/>
            <a:ext cx="365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5~10분 + ₩55만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245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1,000배 빠르고 · 인건비 66% 절감 · 위탁대행 대비 31% 저렴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차별 — 4가지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동등성 X · 처리 단위·타겟·ROI·확장 4축 다 다름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단위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1개·상품 1개씩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28016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1,000~10,000상품 일괄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셀러 (상품 10~100개)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05740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05740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57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위탁대행사·도매상·무역회사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제안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도구비 절감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283464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283464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절감 ROI (167h → 10m)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515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(v2)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67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61188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361188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덕우 무역망 OEM 소싱 연계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모델 — 충전식 4단계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X (어뷰징 차단) · 쓴 만큼만 차감 · 잔액 부족 시 추가 충전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상품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무료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 상품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60원/상품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셀러용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2011680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추천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₩550,000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0060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 상품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55원/상품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패키지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2344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₩5,000,000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100,000 상품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50원/상품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위탁대행사용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위탁대행 80원/건 → 31% 저렴  ·  vs 사람 인건비 ₩167만 → 66% 절감  ·  마진율 99%+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시뮬 — 침투율별 시나리오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9.1만명 · ARPU 24.7만(보수) ~ 124만(낙관) · 비용 ₩20만/월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25880"/>
            <a:ext cx="301752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1325880"/>
            <a:ext cx="73152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6개월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13억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97880" y="1947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침투 0.5% · 455명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313432"/>
            <a:ext cx="301752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313432"/>
            <a:ext cx="73152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2359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587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27억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97880" y="2935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침투 1% · 910명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300984"/>
            <a:ext cx="301752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3300984"/>
            <a:ext cx="73152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3346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3575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153~383억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897880" y="39227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침투 2~5% · 1,820~4,550명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4297680"/>
            <a:ext cx="30175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마진 99%+ · 사용자 늘어도 비용 X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로드맵 — 6주 → 베타 출시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회장님 + 엠버 두 명이 풀빌드 · 2026-07 베타 가동 목표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325880"/>
            <a:ext cx="0" cy="32004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353312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0주차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기획·셋업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도메인·결제사·DB 스키마·디자인 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15568" y="1746504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733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 · 회원가입 · 이메일 인증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15568" y="2139696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665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2-3주차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066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결제·크레딧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0665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 · 충전 패키지 3종 · 잔액 관리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15568" y="2532888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4597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3-4주차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2459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양식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4597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사방넷 · 샵링커 · UFlat 양식 호환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15568" y="2926080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529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8529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 · 사용 이력 · 결제 이력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15568" y="3319272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46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관리자·법무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패널 · 이용약관 · 환불정책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15568" y="3712464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393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5-6주차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6393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· 가격 · FAQ · ROI 계산기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15568" y="4105656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0325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17320" y="40325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QA·베타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0" y="40325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이사 + 위탁대행사 3~5곳 베타 가동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분담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덕우 임원진 협업 — 안 이사 베타·영업, 회장님 인프라, 엠버 개발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회장님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총괄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06040" cy="2423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가격·디자인·약관 최종 결정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도메인·토스·법인·세무 계약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검토 의뢰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의사결정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이사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사용자·영업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606040" cy="2423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베타 사용자 (기존 도구)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위탁대행 인맥 모집 (3~5곳)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양식 검증 (UFlat 등)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피드백 채널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640080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엠버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+ 운영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606040" cy="2423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0116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개발 (Next.js·Supabase)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DB·결제·관리자·대시보드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카피·랜딩페이지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봇 (모니터링·리포트)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&amp; 대응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전·후 발생 가능 리스크 6가지 — 대부분 사전 대응 가능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심각도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API 약관 — 상업 재배포 가능 여부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확인. 막히면 KQS만 자체 산출 + 검색량 비공개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샵링커가 키워드 무제한 확장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대량(1만+) 처리는 우리만. 양식 호환·가격으로 차별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사방넷이 자체 키워드 도구 도입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선점 + 위탁대행사 화이트라벨 lock-in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획득 비용 (CAC) 높음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위탁대행사 B2B 영업 = CAC 낮음. 셀러 카페 광고 병행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🟢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토스 가맹 심사 거절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나이스페이·KG이니시스 대안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 (Churn)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사용 리포트 발송·잔액 부족 안내·재구매 할인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사업 기획안 · BRIGHTEN GROUP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임원회의 결재 요청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6가지 결정 후 즉시 빌드 시작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83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덕우무역(한국) / 브라이튼 PTE(SG) / 신규?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783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492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dukwoo.ai 도메인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중? 즉시 구매?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로고·브랜드 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디자인 재활용 / 새로 디자인?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34924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패키지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₩60K / ₩550K / ₩5M — 그대로 OK?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목표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후 (2026-07-01 베타)?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3931920" cy="822960"/>
          </a:xfrm>
          <a:prstGeom prst="rect">
            <a:avLst/>
          </a:prstGeom>
          <a:solidFill>
            <a:srgbClr val="2B3A6B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3492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모집 채널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이사 인맥 / 셀러 카페 / 광고?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후 → 엠버가 즉시 DB·Next.js 셋업 / 회장님은 도메인·토스 가입 / 안 이사는 베타 모집 시작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dukwoo.ai 사업 기획안</dc:title>
  <dc:subject>PptxGenJS Presentation</dc:subject>
  <dc:creator>Brighten Group</dc:creator>
  <cp:lastModifiedBy>Brighten Group</cp:lastModifiedBy>
  <cp:revision>1</cp:revision>
  <dcterms:created xsi:type="dcterms:W3CDTF">2026-05-25T14:31:35Z</dcterms:created>
  <dcterms:modified xsi:type="dcterms:W3CDTF">2026-05-25T14:31:35Z</dcterms:modified>
</cp:coreProperties>
</file>